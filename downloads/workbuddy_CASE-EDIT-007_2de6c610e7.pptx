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3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NHOPI</c:v>
                </c:pt>
              </c:strCache>
            </c:strRef>
          </c:tx>
          <c:spPr>
            <a:ln w="31750">
              <a:solidFill>
                <a:srgbClr val="2E75B6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Asian</c:v>
                </c:pt>
              </c:strCache>
            </c:strRef>
          </c:tx>
          <c:spPr>
            <a:ln w="31750">
              <a:solidFill>
                <a:srgbClr val="ED7D31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11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White</c:v>
                </c:pt>
              </c:strCache>
            </c:strRef>
          </c:tx>
          <c:spPr>
            <a:ln w="31750">
              <a:solidFill>
                <a:srgbClr val="A5A5A5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Uninsured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6" Type="http://schemas.openxmlformats.org/officeDocument/2006/relationships/image" Target="../media/image2.png"/><Relationship Id="rId7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6" Type="http://schemas.openxmlformats.org/officeDocument/2006/relationships/image" Target="../media/image5.png"/><Relationship Id="rId7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emf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0000" y="1450000"/>
          <a:ext cx="5300000" cy="43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050000" y="1920000"/>
            <a:ext cx="2700000" cy="170000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0000" y="2000000"/>
            <a:ext cx="26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333333"/>
                </a:solidFill>
              </a:defRPr>
            </a:pPr>
            <a:r>
              <a:t>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000" y="2470000"/>
            <a:ext cx="180000" cy="12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0000" y="2400000"/>
            <a:ext cx="2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NHOPI (Non-Hispanic Other Pacific Islander)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0" y="2920000"/>
            <a:ext cx="180000" cy="12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0000" y="2850000"/>
            <a:ext cx="2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Asian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0000" y="3370000"/>
            <a:ext cx="180000" cy="12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0000" y="3300000"/>
            <a:ext cx="2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
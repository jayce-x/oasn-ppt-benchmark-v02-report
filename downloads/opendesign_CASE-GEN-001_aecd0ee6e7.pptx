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weixiang/Desktop/clawlink2/test_runs/ppt_case1_multi_agent_20260702_215551/agents/opendesign/rendered_slides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weixiang/Desktop/clawlink2/test_runs/ppt_case1_multi_agent_20260702_215551/agents/opendesign/rendered_slides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weixiang/Desktop/clawlink2/test_runs/ppt_case1_multi_agent_20260702_215551/agents/opendesign/rendered_slides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weixiang/Desktop/clawlink2/test_runs/ppt_case1_multi_agent_20260702_215551/agents/opendesign/rendered_slides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weixiang/Desktop/clawlink2/test_runs/ppt_case1_multi_agent_20260702_215551/agents/opendesign/rendered_slides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weixiang/Desktop/clawlink2/test_runs/ppt_case1_multi_agent_20260702_215551/agents/opendesign/rendered_slides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weixiang/Desktop/clawlink2/test_runs/ppt_case1_multi_agent_20260702_215551/agents/opendesign/rendered_slides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weixiang/Desktop/clawlink2/test_runs/ppt_case1_multi_agent_20260702_215551/agents/opendesign/rendered_slides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weixiang/Desktop/clawlink2/test_runs/ppt_case1_multi_agent_20260702_215551/agents/opendesign/rendered_slides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weixiang/Desktop/clawlink2/test_runs/ppt_case1_multi_agent_20260702_215551/agents/opendesign/rendered_slides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OpenDesign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OpenDesign CASE-GEN-001</dc:title>
  <dc:subject>CASE-GEN-001 Fancy Foods Benchmark</dc:subject>
  <dc:creator>OpenDesign raster adapter</dc:creator>
  <cp:lastModifiedBy>OpenDesign raster adapter</cp:lastModifiedBy>
  <cp:revision>1</cp:revision>
  <dcterms:created xsi:type="dcterms:W3CDTF">2026-07-02T14:21:58Z</dcterms:created>
  <dcterms:modified xsi:type="dcterms:W3CDTF">2026-07-02T14:21:58Z</dcterms:modified>
</cp:coreProperties>
</file>
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115" d="100"/>
          <a:sy n="115" d="100"/>
        </p:scale>
        <p:origin x="101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Object distance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6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600" dirty="0">
                <a:latin typeface="+mj-lt"/>
              </a:rPr>
              <a:t>Image height (</a:t>
            </a:r>
            <a:r>
              <a:rPr lang="en-US" sz="26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6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For an object </a:t>
            </a:r>
            <a:r>
              <a:rPr lang="en-US" sz="2200" b="1" dirty="0">
                <a:latin typeface="+mj-lt"/>
              </a:rPr>
              <a:t>outside</a:t>
            </a:r>
            <a:r>
              <a:rPr lang="en-US" sz="2200" dirty="0">
                <a:latin typeface="+mj-lt"/>
              </a:rPr>
              <a:t> the focal point, </a:t>
            </a:r>
            <a:r>
              <a:rPr lang="en-US" sz="2200" b="1" dirty="0">
                <a:latin typeface="+mj-lt"/>
              </a:rPr>
              <a:t>concave mirrors </a:t>
            </a:r>
            <a:r>
              <a:rPr lang="en-US" sz="22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>
                <a:latin typeface="+mj-lt"/>
              </a:rPr>
              <a:t>Focal length is called </a:t>
            </a:r>
            <a:r>
              <a:rPr lang="en-US" sz="22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6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41</cp:revision>
  <cp:lastPrinted>2016-06-14T15:08:41Z</cp:lastPrinted>
  <dcterms:created xsi:type="dcterms:W3CDTF">2016-06-05T08:18:18Z</dcterms:created>
  <dcterms:modified xsi:type="dcterms:W3CDTF">2025-07-30T06:49:22Z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
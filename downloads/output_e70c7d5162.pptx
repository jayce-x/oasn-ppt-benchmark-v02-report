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3"/>
  </p:notesMasterIdLst>
  <p:handoutMasterIdLst>
    <p:handoutMasterId r:id="rId14"/>
  </p:handoutMasterIdLst>
  <p:sldIdLst>
    <p:sldId id="291" r:id="rId2"/>
    <p:sldId id="292" r:id="rId3"/>
    <p:sldId id="294" r:id="rId4"/>
    <p:sldId id="295" r:id="rId5"/>
    <p:sldId id="296" r:id="rId6"/>
    <p:sldId id="297" r:id="rId7"/>
    <p:sldId id="298" r:id="rId8"/>
    <p:sldId id="301" r:id="rId9"/>
    <p:sldId id="300" r:id="rId10"/>
    <p:sldId id="286" r:id="rId11"/>
    <p:sldId id="290" r:id="rId12"/>
    <p:sldId id="302" r:id="rId19"/>
  </p:sldIdLst>
  <p:sldSz cx="9144000" cy="6858000" type="screen4x3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383"/>
    <a:srgbClr val="666666"/>
    <a:srgbClr val="005BBB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5827"/>
  </p:normalViewPr>
  <p:slideViewPr>
    <p:cSldViewPr snapToGrid="0" snapToObjects="1">
      <p:cViewPr varScale="1">
        <p:scale>
          <a:sx n="115" d="100"/>
          <a:sy n="115" d="100"/>
        </p:scale>
        <p:origin x="12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ea typeface="Arial" charset="0"/>
                <a:cs typeface="Arial" charset="0"/>
              </a:defRPr>
            </a:pPr>
            <a:r>
              <a:rPr lang="en-US" sz="2400" b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Data</a:t>
            </a:r>
            <a:r>
              <a:rPr lang="en-US" sz="2400" b="0" baseline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 Analysis</a:t>
            </a:r>
            <a:endParaRPr lang="en-US" sz="2400" b="0" dirty="0">
              <a:solidFill>
                <a:srgbClr val="828383"/>
              </a:solidFill>
              <a:latin typeface="Arial" charset="0"/>
              <a:ea typeface="Arial" charset="0"/>
              <a:cs typeface="Arial" charset="0"/>
            </a:endParaRPr>
          </a:p>
        </c:rich>
      </c:tx>
      <c:layout>
        <c:manualLayout>
          <c:xMode val="edge"/>
          <c:yMode val="edge"/>
          <c:x val="0.385308151093439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4865452951582E-2"/>
          <c:y val="0.18978671073608999"/>
          <c:w val="0.90466852428734701"/>
          <c:h val="0.61769160425548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C-4AA8-9941-E0BF550D45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DC-4AA8-9941-E0BF550D45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DC-4AA8-9941-E0BF550D4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1847080"/>
        <c:axId val="-2132247848"/>
      </c:barChart>
      <c:catAx>
        <c:axId val="-2131847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412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2247848"/>
        <c:crosses val="autoZero"/>
        <c:auto val="1"/>
        <c:lblAlgn val="ctr"/>
        <c:lblOffset val="100"/>
        <c:noMultiLvlLbl val="0"/>
      </c:catAx>
      <c:valAx>
        <c:axId val="-2132247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1847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0186910035848"/>
          <c:y val="0.93190648234361995"/>
          <c:w val="0.60624004007451404"/>
          <c:h val="6.79453725055462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828383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alpha val="62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12/4/2024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89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857"/>
            <a:ext cx="9144000" cy="6858000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1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472"/>
            <a:ext cx="4978908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971" y="5822720"/>
            <a:ext cx="3713026" cy="5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0"/>
            <a:ext cx="9144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1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56314" y="2177143"/>
            <a:ext cx="4887686" cy="4680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1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1" y="2189264"/>
            <a:ext cx="4802124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3771900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6418318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342900" marR="0" indent="-304800" algn="l" defTabSz="685800" rtl="0" eaLnBrk="1" fontAlgn="auto" latinLnBrk="0" hangingPunct="1">
              <a:lnSpc>
                <a:spcPts val="1950"/>
              </a:lnSpc>
              <a:spcBef>
                <a:spcPts val="75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50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425197" y="2185416"/>
            <a:ext cx="7259240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25"/>
              </a:lnSpc>
              <a:buClr>
                <a:srgbClr val="005BBB"/>
              </a:buClr>
              <a:buFontTx/>
              <a:buNone/>
              <a:defRPr sz="1275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552450" indent="-209550">
              <a:lnSpc>
                <a:spcPts val="1725"/>
              </a:lnSpc>
              <a:buClr>
                <a:srgbClr val="005BBB"/>
              </a:buClr>
              <a:buFont typeface="Arial" charset="0"/>
              <a:buChar char="•"/>
              <a:tabLst/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marR="0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857250" algn="l"/>
              </a:tabLst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23924" y="873940"/>
            <a:ext cx="5320076" cy="59872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35974" y="873940"/>
            <a:ext cx="5308027" cy="312545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3835973" y="3998296"/>
            <a:ext cx="270189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5817" y="3998296"/>
            <a:ext cx="2618184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883920"/>
            <a:ext cx="9144000" cy="59740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6"/>
          </p:nvPr>
        </p:nvSpPr>
        <p:spPr>
          <a:xfrm>
            <a:off x="3824240" y="1320800"/>
            <a:ext cx="4791075" cy="446563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489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1479" y="0"/>
            <a:ext cx="877204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18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34334" y="1023930"/>
            <a:ext cx="6418317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36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1534334" y="2555889"/>
            <a:ext cx="6418317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81" y="0"/>
            <a:ext cx="9143998" cy="6857999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425196" y="2320111"/>
            <a:ext cx="78867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425196" y="1316736"/>
            <a:ext cx="78867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905" r:id="rId3"/>
    <p:sldLayoutId id="2147483895" r:id="rId4"/>
    <p:sldLayoutId id="2147483897" r:id="rId5"/>
    <p:sldLayoutId id="2147483907" r:id="rId6"/>
    <p:sldLayoutId id="2147483898" r:id="rId7"/>
    <p:sldLayoutId id="2147483900" r:id="rId8"/>
    <p:sldLayoutId id="2147483906" r:id="rId9"/>
    <p:sldLayoutId id="2147483902" r:id="rId10"/>
    <p:sldLayoutId id="2147483904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LucidaGrande" charset="0"/>
        <a:buChar char="-"/>
        <a:defRPr sz="135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 userDrawn="1">
          <p15:clr>
            <a:srgbClr val="F26B43"/>
          </p15:clr>
        </p15:guide>
        <p15:guide id="2" pos="312" userDrawn="1">
          <p15:clr>
            <a:srgbClr val="F26B43"/>
          </p15:clr>
        </p15:guide>
        <p15:guide id="3" orient="horz" pos="40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5" pos="216" userDrawn="1">
          <p15:clr>
            <a:srgbClr val="F26B43"/>
          </p15:clr>
        </p15:guide>
        <p15:guide id="6" pos="3348" userDrawn="1">
          <p15:clr>
            <a:srgbClr val="F26B43"/>
          </p15:clr>
        </p15:guide>
        <p15:guide id="7" pos="3528" userDrawn="1">
          <p15:clr>
            <a:srgbClr val="F26B43"/>
          </p15:clr>
        </p15:guide>
        <p15:guide id="8" pos="3384" userDrawn="1">
          <p15:clr>
            <a:srgbClr val="F26B43"/>
          </p15:clr>
        </p15:guide>
        <p15:guide id="9" orient="horz" pos="1848" userDrawn="1">
          <p15:clr>
            <a:srgbClr val="F26B43"/>
          </p15:clr>
        </p15:guide>
        <p15:guide id="10" orient="horz" pos="1896" userDrawn="1">
          <p15:clr>
            <a:srgbClr val="F26B43"/>
          </p15:clr>
        </p15:guide>
        <p15:guide id="11" orient="horz" pos="2880" userDrawn="1">
          <p15:clr>
            <a:srgbClr val="F26B43"/>
          </p15:clr>
        </p15:guide>
        <p15:guide id="12" orient="horz" pos="28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buffalo.edu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ffalo.edu/brand/creative/color/color-palette" TargetMode="External"/></Relationships>
</file>

<file path=ppt/slides/_rels/slide1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se_edit_010_crest.png"/>
  <Relationship Id="rId3" Type="http://schemas.openxmlformats.org/officeDocument/2006/relationships/image" Target="../media/case_edit_010_ub_mark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Sub-topic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18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libero placerat erat lobortis congue. Integer a arcu vel ante bibendum scelerisque. Class aptent taciti sociosqu </a:t>
            </a:r>
            <a:r>
              <a:rPr lang="en-US" dirty="0">
                <a:hlinkClick r:id="rId3"/>
              </a:rPr>
              <a:t>ad litora torquent.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Arc 3"/>
          <p:cNvSpPr/>
          <p:nvPr/>
        </p:nvSpPr>
        <p:spPr>
          <a:xfrm rot="21073004">
            <a:off x="3389535" y="3434142"/>
            <a:ext cx="1049348" cy="1247329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773929" y="4257769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Freeform 5"/>
          <p:cNvSpPr/>
          <p:nvPr/>
        </p:nvSpPr>
        <p:spPr>
          <a:xfrm rot="10800000">
            <a:off x="4981007" y="427075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73929" y="4295173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438157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Lorem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ipsum</a:t>
            </a:r>
            <a:r>
              <a:rPr lang="en-US" dirty="0">
                <a:solidFill>
                  <a:srgbClr val="333333"/>
                </a:solidFill>
              </a:rPr>
              <a:t> dolor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, </a:t>
            </a:r>
            <a:r>
              <a:rPr lang="en-US" dirty="0" err="1">
                <a:solidFill>
                  <a:srgbClr val="333333"/>
                </a:solidFill>
              </a:rPr>
              <a:t>punit</a:t>
            </a:r>
            <a:r>
              <a:rPr lang="en-US" dirty="0">
                <a:solidFill>
                  <a:srgbClr val="333333"/>
                </a:solidFill>
              </a:rPr>
              <a:t> et </a:t>
            </a:r>
            <a:r>
              <a:rPr lang="en-US" dirty="0" err="1">
                <a:solidFill>
                  <a:srgbClr val="333333"/>
                </a:solidFill>
              </a:rPr>
              <a:t>consectetur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adipiscing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elit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Mauris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dui in </a:t>
            </a:r>
            <a:r>
              <a:rPr lang="en-US" dirty="0" err="1">
                <a:solidFill>
                  <a:srgbClr val="333333"/>
                </a:solidFill>
              </a:rPr>
              <a:t>neque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dignissim</a:t>
            </a:r>
            <a:r>
              <a:rPr lang="en-US" dirty="0">
                <a:solidFill>
                  <a:srgbClr val="333333"/>
                </a:solidFill>
              </a:rPr>
              <a:t>, in </a:t>
            </a:r>
            <a:r>
              <a:rPr lang="en-US" dirty="0" err="1">
                <a:solidFill>
                  <a:srgbClr val="333333"/>
                </a:solidFill>
              </a:rPr>
              <a:t>nisl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Sed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ut</a:t>
            </a:r>
            <a:r>
              <a:rPr lang="en-US" dirty="0">
                <a:solidFill>
                  <a:srgbClr val="333333"/>
                </a:solidFill>
              </a:rPr>
              <a:t> magna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libero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placerat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lobortis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congue</a:t>
            </a:r>
            <a:r>
              <a:rPr lang="en-US" dirty="0">
                <a:solidFill>
                  <a:srgbClr val="333333"/>
                </a:solidFill>
              </a:rPr>
              <a:t>. Integer a </a:t>
            </a:r>
            <a:r>
              <a:rPr lang="en-US" dirty="0" err="1">
                <a:solidFill>
                  <a:srgbClr val="333333"/>
                </a:solidFill>
              </a:rPr>
              <a:t>arcu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</a:t>
            </a:r>
            <a:r>
              <a:rPr lang="en-US" dirty="0">
                <a:solidFill>
                  <a:srgbClr val="333333"/>
                </a:solidFill>
              </a:rPr>
              <a:t>  </a:t>
            </a:r>
            <a:r>
              <a:rPr lang="en-US" dirty="0" err="1">
                <a:solidFill>
                  <a:srgbClr val="333333"/>
                </a:solidFill>
              </a:rPr>
              <a:t>aante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bibendum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scelerisque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aliquet</a:t>
            </a:r>
            <a:r>
              <a:rPr lang="en-US" dirty="0">
                <a:solidFill>
                  <a:srgbClr val="333333"/>
                </a:solidFill>
              </a:rPr>
              <a:t> in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Etiam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molestie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dolor and a </a:t>
            </a:r>
            <a:r>
              <a:rPr lang="en-US" dirty="0" err="1">
                <a:solidFill>
                  <a:srgbClr val="333333"/>
                </a:solidFill>
              </a:rPr>
              <a:t>euismod</a:t>
            </a:r>
            <a:r>
              <a:rPr lang="en-US" dirty="0">
                <a:solidFill>
                  <a:srgbClr val="333333"/>
                </a:solidFill>
              </a:rPr>
              <a:t>,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finibus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risus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mattis</a:t>
            </a:r>
            <a:r>
              <a:rPr lang="en-US" dirty="0">
                <a:solidFill>
                  <a:srgbClr val="333333"/>
                </a:solidFill>
              </a:rPr>
              <a:t>. In </a:t>
            </a:r>
            <a:r>
              <a:rPr lang="en-US" dirty="0" err="1">
                <a:solidFill>
                  <a:srgbClr val="333333"/>
                </a:solidFill>
              </a:rPr>
              <a:t>ornare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convallis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</a:t>
            </a:r>
            <a:r>
              <a:rPr lang="en-US" dirty="0" err="1">
                <a:solidFill>
                  <a:srgbClr val="333333"/>
                </a:solidFill>
              </a:rPr>
              <a:t>cursus</a:t>
            </a:r>
            <a:r>
              <a:rPr lang="en-US" dirty="0">
                <a:solidFill>
                  <a:srgbClr val="333333"/>
                </a:solidFill>
              </a:rPr>
              <a:t>. Integer </a:t>
            </a:r>
            <a:r>
              <a:rPr lang="en-US" dirty="0" err="1">
                <a:solidFill>
                  <a:srgbClr val="333333"/>
                </a:solidFill>
              </a:rPr>
              <a:t>egestas</a:t>
            </a:r>
            <a:r>
              <a:rPr lang="en-US" dirty="0">
                <a:solidFill>
                  <a:srgbClr val="333333"/>
                </a:solidFill>
              </a:rPr>
              <a:t>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mi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sollicitudin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Pellentesque</a:t>
            </a:r>
            <a:r>
              <a:rPr lang="en-US" dirty="0">
                <a:solidFill>
                  <a:srgbClr val="333333"/>
                </a:solidFill>
              </a:rPr>
              <a:t> habitant a </a:t>
            </a:r>
            <a:r>
              <a:rPr lang="en-US" dirty="0" err="1">
                <a:solidFill>
                  <a:srgbClr val="333333"/>
                </a:solidFill>
              </a:rPr>
              <a:t>malesuada</a:t>
            </a:r>
            <a:r>
              <a:rPr lang="en-US" dirty="0">
                <a:solidFill>
                  <a:srgbClr val="333333"/>
                </a:solidFill>
              </a:rPr>
              <a:t> fames ac </a:t>
            </a:r>
            <a:r>
              <a:rPr lang="en-US" dirty="0" err="1">
                <a:solidFill>
                  <a:srgbClr val="333333"/>
                </a:solidFill>
              </a:rPr>
              <a:t>turpis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8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Lorem ipsum dolor amet, consectetur adipiscing elit.</a:t>
            </a:r>
          </a:p>
          <a:p>
            <a:r>
              <a:rPr lang="en-US" dirty="0">
                <a:solidFill>
                  <a:srgbClr val="333333"/>
                </a:solidFill>
              </a:rPr>
              <a:t>Quisque ac orci in and turpis and dapibus sagittis.</a:t>
            </a:r>
          </a:p>
          <a:p>
            <a:r>
              <a:rPr lang="en-US" dirty="0">
                <a:solidFill>
                  <a:srgbClr val="333333"/>
                </a:solidFill>
              </a:rPr>
              <a:t>Donec vitae justo et neque mollis un consectetur.</a:t>
            </a:r>
          </a:p>
          <a:p>
            <a:r>
              <a:rPr lang="en-US" dirty="0">
                <a:solidFill>
                  <a:srgbClr val="333333"/>
                </a:solidFill>
              </a:rPr>
              <a:t>Etiam aliquet ex sed bibendum et consequat.</a:t>
            </a:r>
          </a:p>
          <a:p>
            <a:r>
              <a:rPr lang="en-US" dirty="0">
                <a:solidFill>
                  <a:srgbClr val="333333"/>
                </a:solidFill>
              </a:rPr>
              <a:t>Cras lacinia est ac elit dignissim varius.</a:t>
            </a:r>
          </a:p>
          <a:p>
            <a:r>
              <a:rPr lang="en-US" dirty="0">
                <a:solidFill>
                  <a:srgbClr val="333333"/>
                </a:solidFill>
              </a:rPr>
              <a:t>Duis sit amet odio facilisis turpis elit placerat.</a:t>
            </a:r>
          </a:p>
          <a:p>
            <a:r>
              <a:rPr lang="en-US" dirty="0">
                <a:solidFill>
                  <a:srgbClr val="333333"/>
                </a:solidFill>
              </a:rPr>
              <a:t>Justo et neque odio facilisis turpis placerat.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379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 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898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5" name="Arc 4"/>
          <p:cNvSpPr/>
          <p:nvPr/>
        </p:nvSpPr>
        <p:spPr>
          <a:xfrm rot="14218706" flipV="1">
            <a:off x="3003279" y="4303871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3075" y="5082070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</p:spTree>
    <p:extLst>
      <p:ext uri="{BB962C8B-B14F-4D97-AF65-F5344CB8AC3E}">
        <p14:creationId xmlns:p14="http://schemas.microsoft.com/office/powerpoint/2010/main" val="100982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/>
          </p:nvPr>
        </p:nvSpPr>
        <p:spPr/>
        <p:txBody>
          <a:bodyPr/>
          <a:p/>
        </p:txBody>
      </p:sp>
      <p:sp>
        <p:nvSpPr>
          <p:cNvPr id="5" name="Picture Placeholder 4"/>
          <p:cNvSpPr>
            <a:spLocks noGrp="1"/>
          </p:cNvSpPr>
          <p:nvPr>
            <p:ph type="pic" idx="15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983158" y="3672173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79786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6627315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10" name="Freeform 9"/>
          <p:cNvSpPr/>
          <p:nvPr/>
        </p:nvSpPr>
        <p:spPr>
          <a:xfrm>
            <a:off x="2260440" y="5791302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1" name="Freeform 10"/>
          <p:cNvSpPr/>
          <p:nvPr/>
        </p:nvSpPr>
        <p:spPr>
          <a:xfrm rot="10800000">
            <a:off x="3467518" y="5804291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60440" y="5828706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81423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265675" y="6093921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  <p:sp>
        <p:nvSpPr>
          <p:cNvPr id="4" name="Arc 3"/>
          <p:cNvSpPr/>
          <p:nvPr/>
        </p:nvSpPr>
        <p:spPr>
          <a:xfrm rot="14652315" flipV="1">
            <a:off x="868885" y="541335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bg1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Placeholder 14"/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1101593174"/>
              </p:ext>
            </p:extLst>
          </p:nvPr>
        </p:nvGraphicFramePr>
        <p:xfrm>
          <a:off x="3628591" y="2291255"/>
          <a:ext cx="5210609" cy="3972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333333"/>
                </a:solidFill>
              </a:rPr>
              <a:t>Lorem ipsum dolor sit amet, consectet adipiscing elit. Mauris vehicula a dui in neque dignissim, in aliquet nisl varius. Sed a erat ut magna vulputate feugiat. Quisque varius libero placerat erat and lobortis congue. Integer a arcu vel ante bibend and et scelerisque.</a:t>
            </a:r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69495" y="4727407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069236" y="482459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3" name="Freeform 12"/>
          <p:cNvSpPr/>
          <p:nvPr/>
        </p:nvSpPr>
        <p:spPr>
          <a:xfrm rot="10800000">
            <a:off x="3276314" y="483758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7098" y="4877767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2102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 rot="16200000" flipV="1">
            <a:off x="652403" y="3507219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6188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918242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1274595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1630948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1987300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34365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00006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305635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11" name="Oval 10"/>
          <p:cNvSpPr/>
          <p:nvPr/>
        </p:nvSpPr>
        <p:spPr>
          <a:xfrm>
            <a:off x="3412711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376906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13" name="Oval 12"/>
          <p:cNvSpPr/>
          <p:nvPr/>
        </p:nvSpPr>
        <p:spPr>
          <a:xfrm>
            <a:off x="562451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1880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275157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1631509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1987862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2344215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2700568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3056920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3413273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376962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23" name="Arc 22"/>
          <p:cNvSpPr/>
          <p:nvPr/>
        </p:nvSpPr>
        <p:spPr>
          <a:xfrm rot="16200000" flipV="1">
            <a:off x="2357479" y="350721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6188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918242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1274595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1630948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1987300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29" name="Oval 28"/>
          <p:cNvSpPr/>
          <p:nvPr/>
        </p:nvSpPr>
        <p:spPr>
          <a:xfrm>
            <a:off x="234365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2700006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31" name="Oval 30"/>
          <p:cNvSpPr/>
          <p:nvPr/>
        </p:nvSpPr>
        <p:spPr>
          <a:xfrm>
            <a:off x="305635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32" name="Oval 31"/>
          <p:cNvSpPr/>
          <p:nvPr/>
        </p:nvSpPr>
        <p:spPr>
          <a:xfrm>
            <a:off x="3412711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33" name="Oval 32"/>
          <p:cNvSpPr/>
          <p:nvPr/>
        </p:nvSpPr>
        <p:spPr>
          <a:xfrm>
            <a:off x="376906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sp>
        <p:nvSpPr>
          <p:cNvPr id="34" name="Oval 33"/>
          <p:cNvSpPr/>
          <p:nvPr/>
        </p:nvSpPr>
        <p:spPr>
          <a:xfrm>
            <a:off x="56188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35" name="Oval 34"/>
          <p:cNvSpPr/>
          <p:nvPr/>
        </p:nvSpPr>
        <p:spPr>
          <a:xfrm>
            <a:off x="918242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1274595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1630948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1987300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39" name="Oval 38"/>
          <p:cNvSpPr/>
          <p:nvPr/>
        </p:nvSpPr>
        <p:spPr>
          <a:xfrm>
            <a:off x="234365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40" name="Oval 39"/>
          <p:cNvSpPr/>
          <p:nvPr/>
        </p:nvSpPr>
        <p:spPr>
          <a:xfrm>
            <a:off x="2700006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41" name="Oval 40"/>
          <p:cNvSpPr/>
          <p:nvPr/>
        </p:nvSpPr>
        <p:spPr>
          <a:xfrm>
            <a:off x="305635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42" name="Oval 41"/>
          <p:cNvSpPr/>
          <p:nvPr/>
        </p:nvSpPr>
        <p:spPr>
          <a:xfrm>
            <a:off x="3412711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43" name="Oval 42"/>
          <p:cNvSpPr/>
          <p:nvPr/>
        </p:nvSpPr>
        <p:spPr>
          <a:xfrm>
            <a:off x="376906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606604" y="4018937"/>
            <a:ext cx="1680210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566198" y="5004776"/>
            <a:ext cx="1699260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566198" y="5252110"/>
            <a:ext cx="1680210" cy="8354"/>
          </a:xfrm>
          <a:prstGeom prst="straightConnector1">
            <a:avLst/>
          </a:prstGeom>
          <a:ln w="20320">
            <a:solidFill>
              <a:schemeClr val="accent3"/>
            </a:solidFill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628173" y="4514557"/>
            <a:ext cx="1637285" cy="1352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1"/>
          <p:cNvSpPr txBox="1">
            <a:spLocks/>
          </p:cNvSpPr>
          <p:nvPr/>
        </p:nvSpPr>
        <p:spPr>
          <a:xfrm>
            <a:off x="429768" y="2185416"/>
            <a:ext cx="5461254" cy="9336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50"/>
              </a:lnSpc>
              <a:buNone/>
            </a:pPr>
            <a:r>
              <a:rPr lang="en-US" sz="1350" spc="-38" dirty="0">
                <a:solidFill>
                  <a:srgbClr val="333333"/>
                </a:solidFill>
              </a:rPr>
              <a:t>Copy and paste these graphic elements to give your presentation a touch of color. Only use the official UB brand color palette. For more information, please visit </a:t>
            </a:r>
            <a:r>
              <a:rPr lang="en-US" sz="1350" spc="-38" dirty="0">
                <a:solidFill>
                  <a:srgbClr val="828383"/>
                </a:solidFill>
                <a:hlinkClick r:id="rId2"/>
              </a:rPr>
              <a:t>www.buffalo.edu/brand/creative/color/color-palette</a:t>
            </a:r>
            <a:r>
              <a:rPr lang="en-US" sz="1350" spc="-38" dirty="0">
                <a:solidFill>
                  <a:srgbClr val="828383"/>
                </a:solidFill>
              </a:rPr>
              <a:t>.</a:t>
            </a:r>
          </a:p>
        </p:txBody>
      </p:sp>
      <p:sp>
        <p:nvSpPr>
          <p:cNvPr id="63" name="Freeform 62"/>
          <p:cNvSpPr/>
          <p:nvPr/>
        </p:nvSpPr>
        <p:spPr>
          <a:xfrm>
            <a:off x="6840380" y="4983805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4" name="Freeform 63"/>
          <p:cNvSpPr/>
          <p:nvPr/>
        </p:nvSpPr>
        <p:spPr>
          <a:xfrm rot="10800000">
            <a:off x="8047458" y="49967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40381" y="5021209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02280" y="3709845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6902021" y="38189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8" name="Freeform 67"/>
          <p:cNvSpPr/>
          <p:nvPr/>
        </p:nvSpPr>
        <p:spPr>
          <a:xfrm rot="10800000">
            <a:off x="8109099" y="3831983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79883" y="3872162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4587554" y="4267402"/>
            <a:ext cx="1677904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4599536" y="5507185"/>
            <a:ext cx="1644566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itle 4"/>
          <p:cNvSpPr txBox="1">
            <a:spLocks/>
          </p:cNvSpPr>
          <p:nvPr/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Graphic Elements</a:t>
            </a:r>
          </a:p>
        </p:txBody>
      </p:sp>
    </p:spTree>
    <p:extLst>
      <p:ext uri="{BB962C8B-B14F-4D97-AF65-F5344CB8AC3E}">
        <p14:creationId xmlns:p14="http://schemas.microsoft.com/office/powerpoint/2010/main" val="219952184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lid dark blue 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</p:sp>
      <p:pic>
        <p:nvPicPr>
          <p:cNvPr id="3" name="UB crest" descr="Extracted University at Buffalo crest 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2496312"/>
            <a:ext cx="3721608" cy="4361688"/>
          </a:xfrm>
          <a:prstGeom prst="rect">
            <a:avLst/>
          </a:prstGeom>
        </p:spPr>
      </p:pic>
      <p:sp>
        <p:nvSpPr>
          <p:cNvPr id="4" name="Presentation title"/>
          <p:cNvSpPr txBox="1">
            <a:spLocks noGrp="1"/>
          </p:cNvSpPr>
          <p:nvPr>
            <p:ph type="ctrTitle"/>
          </p:nvPr>
        </p:nvSpPr>
        <p:spPr>
          <a:xfrm>
            <a:off x="493776" y="1490472"/>
            <a:ext cx="4978908" cy="23865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l">
              <a:lnSpc>
                <a:spcPts val="4300"/>
              </a:lnSpc>
            </a:pPr>
            <a:r>
              <a:rPr lang="en-US" sz="4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PRESENTATION</a:t>
            </a:r>
            <a:br>
              <a:rPr lang="en-US" sz="4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lang="en-US" sz="4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5" name="Sub-topic"/>
          <p:cNvSpPr txBox="1">
            <a:spLocks noGrp="1"/>
          </p:cNvSpPr>
          <p:nvPr>
            <p:ph type="body" idx="10"/>
          </p:nvPr>
        </p:nvSpPr>
        <p:spPr>
          <a:xfrm>
            <a:off x="493776" y="3968497"/>
            <a:ext cx="4978908" cy="52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/>
            <a:r>
              <a:rPr lang="en-US" sz="210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Sub-topic</a:t>
            </a:r>
          </a:p>
        </p:txBody>
      </p:sp>
      <p:pic>
        <p:nvPicPr>
          <p:cNvPr id="6" name="UB mark and divider" descr="University at Buffalo monogram and divi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71" y="5822720"/>
            <a:ext cx="739000" cy="558518"/>
          </a:xfrm>
          <a:prstGeom prst="rect">
            <a:avLst/>
          </a:prstGeom>
        </p:spPr>
      </p:pic>
      <p:sp>
        <p:nvSpPr>
          <p:cNvPr id="7" name="University at Buffalo"/>
          <p:cNvSpPr txBox="1">
            <a:spLocks noGrp="1"/>
          </p:cNvSpPr>
          <p:nvPr/>
        </p:nvSpPr>
        <p:spPr>
          <a:xfrm>
            <a:off x="1210000" y="5828000"/>
            <a:ext cx="2300000" cy="22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University at Buffalo</a:t>
            </a:r>
          </a:p>
        </p:txBody>
      </p:sp>
      <p:sp>
        <p:nvSpPr>
          <p:cNvPr id="8" name="School of Management"/>
          <p:cNvSpPr txBox="1">
            <a:spLocks noGrp="1"/>
          </p:cNvSpPr>
          <p:nvPr/>
        </p:nvSpPr>
        <p:spPr>
          <a:xfrm>
            <a:off x="1210000" y="6072000"/>
            <a:ext cx="3100000" cy="3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/>
            <a:r>
              <a:rPr lang="en-US" sz="2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School of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1829</TotalTime>
  <Words>618</Words>
  <Application>Microsoft Office PowerPoint</Application>
  <PresentationFormat>On-screen Show (4:3)</PresentationFormat>
  <Paragraphs>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Georgia</vt:lpstr>
      <vt:lpstr>LucidaGrande</vt:lpstr>
      <vt:lpstr>UB Powerpoint Template</vt:lpstr>
      <vt:lpstr>Presentation title</vt:lpstr>
      <vt:lpstr>Divider Slide</vt:lpstr>
      <vt:lpstr>Click to edit title</vt:lpstr>
      <vt:lpstr>Click to edit title</vt:lpstr>
      <vt:lpstr>Click to edit title</vt:lpstr>
      <vt:lpstr>Click to edit title</vt:lpstr>
      <vt:lpstr>Click to edit title</vt:lpstr>
      <vt:lpstr>Click to edit title</vt:lpstr>
      <vt:lpstr>PowerPoint Presentation</vt:lpstr>
      <vt:lpstr>Click to add title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Emily Gac</cp:lastModifiedBy>
  <cp:revision>179</cp:revision>
  <cp:lastPrinted>2015-10-19T19:01:41Z</cp:lastPrinted>
  <dcterms:created xsi:type="dcterms:W3CDTF">2016-06-28T14:05:07Z</dcterms:created>
  <dcterms:modified xsi:type="dcterms:W3CDTF">2024-12-04T21:49:11Z</dcterms:modified>
  <cp:category/>
</cp:coreProperties>
</file>
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115" d="100"/>
          <a:sy n="115" d="100"/>
        </p:scale>
        <p:origin x="101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z="260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8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8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8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sz="260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4617720"/>
            <a:ext cx="5169441" cy="56692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tIns="9144" bIns="9144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376672"/>
            <a:ext cx="2292079" cy="875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" bIns="9144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dirty="0" sz="260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230368"/>
            <a:ext cx="2846016" cy="144475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tIns="9144" bIns="9144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dirty="0" sz="260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376672"/>
            <a:ext cx="2846016" cy="96815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tIns="9144" bIns="9144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41</cp:revision>
  <cp:lastPrinted>2016-06-14T15:08:41Z</cp:lastPrinted>
  <dcterms:created xsi:type="dcterms:W3CDTF">2016-06-05T08:18:18Z</dcterms:created>
  <dcterms:modified xsi:type="dcterms:W3CDTF">2025-07-30T06:49:22Z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
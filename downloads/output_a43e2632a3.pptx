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115" d="100"/>
          <a:sy n="115" d="100"/>
        </p:scale>
        <p:origin x="101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aHn3hV84F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9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1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4" Type="http://schemas.openxmlformats.org/officeDocument/2006/relationships/customXml" Target="../ink/ink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0.wmf"/><Relationship Id="rId7" Type="http://schemas.openxmlformats.org/officeDocument/2006/relationships/image" Target="../media/image340.png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6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9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4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dirty="0" sz="200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dirty="0" sz="200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 sz="140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41</cp:revision>
  <cp:lastPrinted>2016-06-14T15:08:41Z</cp:lastPrinted>
  <dcterms:created xsi:type="dcterms:W3CDTF">2016-06-05T08:18:18Z</dcterms:created>
  <dcterms:modified xsi:type="dcterms:W3CDTF">2025-07-30T06:49:22Z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